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1000" y="796705"/>
            <a:ext cx="2667000" cy="914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迁移脚本执行过程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743547"/>
            <a:ext cx="2743200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上线过程，增加备份</a:t>
            </a:r>
          </a:p>
        </p:txBody>
      </p:sp>
      <p:sp>
        <p:nvSpPr>
          <p:cNvPr id="6" name="Down Arrow 5"/>
          <p:cNvSpPr/>
          <p:nvPr/>
        </p:nvSpPr>
        <p:spPr>
          <a:xfrm>
            <a:off x="1004558" y="2667000"/>
            <a:ext cx="1981954" cy="1828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更改表结构 </a:t>
            </a:r>
            <a:r>
              <a:rPr lang="en-US" altLang="zh-CN" dirty="0"/>
              <a:t>+ </a:t>
            </a:r>
            <a:r>
              <a:rPr lang="zh-CN" altLang="en-US" dirty="0"/>
              <a:t>旧数据迁移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135" y="1970639"/>
            <a:ext cx="25908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Eichong (</a:t>
            </a:r>
            <a:r>
              <a:rPr lang="zh-CN" altLang="en-US" dirty="0"/>
              <a:t>原来状态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623935" y="4648200"/>
            <a:ext cx="2590800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Eichong(</a:t>
            </a:r>
            <a:r>
              <a:rPr lang="zh-CN" altLang="en-US" dirty="0"/>
              <a:t>新状态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92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D2E48-27A8-431C-861C-419B4A54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20A6F1-0A3C-4AE7-AB5A-74B4C988F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22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25</Words>
  <Application>Microsoft Office PowerPoint</Application>
  <PresentationFormat>全屏显示(4:3)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宋体</vt:lpstr>
      <vt:lpstr>Arial</vt:lpstr>
      <vt:lpstr>Calibri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dongdaohyp</dc:creator>
  <cp:lastModifiedBy>dongdaohyp</cp:lastModifiedBy>
  <cp:revision>18</cp:revision>
  <dcterms:created xsi:type="dcterms:W3CDTF">2006-08-16T00:00:00Z</dcterms:created>
  <dcterms:modified xsi:type="dcterms:W3CDTF">2017-10-28T09:18:43Z</dcterms:modified>
</cp:coreProperties>
</file>